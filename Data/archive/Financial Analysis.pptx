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FinancialAnalysis_1737880181651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9EE5A39-A110-4076-996D-B5D60378066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Financial 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3283215-F0BB-4B0D-B439-A92244EC9D6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2/10/2025 1:47:41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4A70C580-AC5E-4709-A1C1-354764988D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0598"/>
            <a:ext cx="12192000" cy="501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B855BE25-EB55-4215-B7DC-947F75F0CF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0598"/>
            <a:ext cx="12192000" cy="501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8250296E-B63F-45E5-B9C2-EC661B4DAC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0598"/>
            <a:ext cx="12192000" cy="501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2025-02-10T01:47:41Z</dcterms:created>
  <dcterms:modified xsi:type="dcterms:W3CDTF">2025-02-10T01:47:41Z</dcterms:modified>
</cp:coreProperties>
</file>